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185"/>
    <a:srgbClr val="74A892"/>
    <a:srgbClr val="008585"/>
    <a:srgbClr val="C75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98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rgbClr val="74A89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34-4F38-9EA2-88772CBEB743}"/>
              </c:ext>
            </c:extLst>
          </c:dPt>
          <c:dPt>
            <c:idx val="1"/>
            <c:bubble3D val="0"/>
            <c:spPr>
              <a:solidFill>
                <a:srgbClr val="E5C1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34-4F38-9EA2-88772CBEB7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334-4F38-9EA2-88772CBEB7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334-4F38-9EA2-88772CBEB743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46718</c:v>
                </c:pt>
                <c:pt idx="1">
                  <c:v>167267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34-4F38-9EA2-88772CBEB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17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rgbClr val="C7522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67-4964-917A-B682990620C2}"/>
              </c:ext>
            </c:extLst>
          </c:dPt>
          <c:dPt>
            <c:idx val="1"/>
            <c:bubble3D val="0"/>
            <c:spPr>
              <a:solidFill>
                <a:srgbClr val="E5C1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67-4964-917A-B682990620C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67-4964-917A-B682990620C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67-4964-917A-B682990620C2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11807</c:v>
                </c:pt>
                <c:pt idx="1">
                  <c:v>155460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67-4964-917A-B68299062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775CA-75B6-7A6E-A220-3F318F5DC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64988B-5FED-606C-FDD2-9332CDA8A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07582-E558-5CD7-B5B8-66720F78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5D641-9558-AD76-F05A-4AAE3C5F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865D6-5565-243C-4FB4-6D49085F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F1299-4A17-8571-1300-3A95651D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7D402-1C6D-AA87-59AE-4CF645DD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BFA9F-6379-EA4E-B83B-6842DD72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BA3FF-5387-BE63-3AE6-B3C709FE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8B457C-5715-662F-5021-C402F62A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98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096CD-097F-3BB9-5256-F3E8EF4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B1D96-B8A9-09E7-7744-E50B2B172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47B76-9F71-F624-3DDF-36F01D63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5B27F2-957A-31FF-C7E5-0CA20886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91EDE1-C89F-AA8E-C6C1-97E20BAF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2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BB5B3-5250-D731-CE4F-9B0E8B71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92DDD6-1CEF-C822-4117-5FCCB2CFC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807D4B-0C65-2FD1-DB06-79783AEA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0D26A-A119-AFD8-0397-90627746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05C475-3F0B-3A67-9C3F-6166B96B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8A499-464F-69AD-7D19-68CD6399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79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7B217-2C1D-F6FE-9093-3D49A57F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27093F-842E-0680-EFE6-625B56AA5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063D31-9D4E-7613-785B-C2B1B69F0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71944B-1D19-3256-3618-F06DAFF3B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3C566-2581-CDA7-1A2A-68B9D974E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2F56EC-3C74-7BF2-2042-C89D2675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6BFE9D-8423-03D7-C5B3-821921B5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1C0D11-63AA-81BD-0B2E-3F0FA9C5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49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ED9E4-E5A8-FE06-E43D-CF06F1F1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257253-485A-16FB-85BB-691D1B20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BEF78A-1F58-2E2B-B149-D2CA9013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7E8F70-411E-9B54-8DD3-2A66A337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606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AF7B86-FA4C-7409-4F51-8DFA8AFA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01C0C2-E661-E83F-3DA4-154997D3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9D6C2B-BEA7-F43F-42EA-5CBDF93E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24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D22BF-634A-8427-1AD4-37BA14F4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FED682-B1DD-B3F6-C671-8151C2CA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DFE8A7-B819-7637-F80F-03E4B11BA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EB4A8-406C-9FA3-DE75-E2E2687D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5B396B-60DA-13E4-94D3-6696E73E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03FF82-0A13-D743-7CD2-34A63512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9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F3208-C11B-2AF2-4AFC-3F5EFC94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02DFB5-E368-0F30-7798-2F0EE5BB3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8995C8-6AD5-F224-5C03-C4554F7D0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258D1C-CFE7-37B0-96DC-87D6504E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C731F1-722C-299E-3A9D-0148C812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BDA8F7-4AB9-3A81-EDB2-0989BF17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93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37B40-4452-5470-7226-BDA9835C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C62CF2-FFAE-6B41-8949-E50F1B06B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53C3B-57CE-80D7-6073-64A66B66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B8B76-57BE-CD74-C20B-C981C0B1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400F6-7E95-8C6C-D46D-9E52E8E2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20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53DABB-8C13-35E6-4506-977C5BB55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425687-F181-BADD-2E8D-6D25F9DAA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B6BE56-9BEF-738E-B42C-A86C7D96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726E1-9E7E-08B4-C254-9249731A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EF740-6BC7-150F-D1F9-6E71E0D8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44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E80B35-2B35-4217-6F1D-178155F7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08DDA0-3FA5-50EB-0885-D8B94B202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26DFE-6565-3CB0-BF6D-8F4D55F29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21EB6-2789-49D9-9A77-D5E87C4CC26B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A809E-501D-7842-FFB1-DCC439C0D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DB7983-61E4-8B2E-D586-E7AA6E1AE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68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B16939EE-A141-869B-255A-EF27808184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8342218"/>
              </p:ext>
            </p:extLst>
          </p:nvPr>
        </p:nvGraphicFramePr>
        <p:xfrm>
          <a:off x="2779268" y="1694064"/>
          <a:ext cx="2757865" cy="265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E9C7F4C4-1BE7-7F57-5263-839F7789C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88383"/>
              </p:ext>
            </p:extLst>
          </p:nvPr>
        </p:nvGraphicFramePr>
        <p:xfrm>
          <a:off x="5869820" y="2256292"/>
          <a:ext cx="1745006" cy="1664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5AE4A12-FEA9-AE74-D641-65FC61490368}"/>
              </a:ext>
            </a:extLst>
          </p:cNvPr>
          <p:cNvCxnSpPr>
            <a:cxnSpLocks/>
          </p:cNvCxnSpPr>
          <p:nvPr/>
        </p:nvCxnSpPr>
        <p:spPr>
          <a:xfrm>
            <a:off x="4831564" y="2092096"/>
            <a:ext cx="2007910" cy="3299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A844287-5807-0C43-A689-A2A895DB038C}"/>
              </a:ext>
            </a:extLst>
          </p:cNvPr>
          <p:cNvCxnSpPr>
            <a:cxnSpLocks/>
          </p:cNvCxnSpPr>
          <p:nvPr/>
        </p:nvCxnSpPr>
        <p:spPr>
          <a:xfrm flipV="1">
            <a:off x="4369651" y="3760640"/>
            <a:ext cx="2432115" cy="4336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F068EA4F-CA66-F8C1-6C03-5CB15D8BA39F}"/>
              </a:ext>
            </a:extLst>
          </p:cNvPr>
          <p:cNvSpPr txBox="1"/>
          <p:nvPr/>
        </p:nvSpPr>
        <p:spPr>
          <a:xfrm>
            <a:off x="3535044" y="1794152"/>
            <a:ext cx="11897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Not Used</a:t>
            </a:r>
          </a:p>
          <a:p>
            <a:pPr algn="ctr"/>
            <a:r>
              <a:rPr lang="en-US" altLang="zh-CN" sz="1800" dirty="0"/>
              <a:t>46718</a:t>
            </a:r>
          </a:p>
          <a:p>
            <a:pPr algn="ctr"/>
            <a:r>
              <a:rPr lang="en-US" altLang="zh-CN" sz="1800" dirty="0"/>
              <a:t>21.83%</a:t>
            </a:r>
            <a:endParaRPr lang="zh-CN" altLang="en-US" sz="18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0F6ECC-2337-CBC7-ADAA-17E9A6EC4038}"/>
              </a:ext>
            </a:extLst>
          </p:cNvPr>
          <p:cNvSpPr txBox="1"/>
          <p:nvPr/>
        </p:nvSpPr>
        <p:spPr>
          <a:xfrm>
            <a:off x="3303492" y="3064740"/>
            <a:ext cx="17155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</a:t>
            </a:r>
            <a:r>
              <a:rPr lang="en-US" altLang="zh-CN" dirty="0"/>
              <a:t>Used</a:t>
            </a:r>
          </a:p>
          <a:p>
            <a:pPr algn="ctr"/>
            <a:r>
              <a:rPr lang="en-US" altLang="zh-CN" sz="1800" dirty="0"/>
              <a:t>167267</a:t>
            </a:r>
          </a:p>
          <a:p>
            <a:pPr algn="ctr"/>
            <a:r>
              <a:rPr lang="en-US" altLang="zh-CN" sz="1800" dirty="0"/>
              <a:t>78.17%</a:t>
            </a:r>
            <a:endParaRPr lang="zh-CN" altLang="en-US" sz="18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2074D1B-9163-7D5B-4FD3-01CF344C8E77}"/>
              </a:ext>
            </a:extLst>
          </p:cNvPr>
          <p:cNvSpPr txBox="1"/>
          <p:nvPr/>
        </p:nvSpPr>
        <p:spPr>
          <a:xfrm>
            <a:off x="5674222" y="3552623"/>
            <a:ext cx="306814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sz="1800" dirty="0"/>
              <a:t>11807</a:t>
            </a:r>
          </a:p>
          <a:p>
            <a:pPr algn="ctr"/>
            <a:r>
              <a:rPr lang="en-US" altLang="zh-CN" sz="1800" dirty="0"/>
              <a:t>7.56%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code is </a:t>
            </a:r>
            <a:r>
              <a:rPr lang="en-US" altLang="zh-CN" sz="1800" dirty="0"/>
              <a:t>Reachable</a:t>
            </a:r>
          </a:p>
          <a:p>
            <a:pPr algn="ctr"/>
            <a:r>
              <a:rPr lang="en-US" altLang="zh-CN" sz="1600" dirty="0"/>
              <a:t>(3.7% of all 316,298 triples)</a:t>
            </a:r>
            <a:endParaRPr lang="zh-CN" altLang="en-US" sz="16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057C3AC-6A34-4AE9-50A5-1D3FB62CAEDE}"/>
              </a:ext>
            </a:extLst>
          </p:cNvPr>
          <p:cNvSpPr txBox="1"/>
          <p:nvPr/>
        </p:nvSpPr>
        <p:spPr>
          <a:xfrm>
            <a:off x="6839474" y="2032974"/>
            <a:ext cx="162736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Not Reachable</a:t>
            </a:r>
          </a:p>
          <a:p>
            <a:pPr algn="ctr"/>
            <a:r>
              <a:rPr lang="en-US" altLang="zh-CN" sz="1600" dirty="0"/>
              <a:t>155460</a:t>
            </a:r>
          </a:p>
          <a:p>
            <a:pPr algn="ctr"/>
            <a:r>
              <a:rPr lang="en-US" altLang="zh-CN" sz="1600" dirty="0"/>
              <a:t>92.94%</a:t>
            </a:r>
            <a:endParaRPr lang="zh-CN" altLang="en-US" sz="1600" dirty="0"/>
          </a:p>
        </p:txBody>
      </p:sp>
      <p:cxnSp>
        <p:nvCxnSpPr>
          <p:cNvPr id="77" name="连接符: 曲线 76">
            <a:extLst>
              <a:ext uri="{FF2B5EF4-FFF2-40B4-BE49-F238E27FC236}">
                <a16:creationId xmlns:a16="http://schemas.microsoft.com/office/drawing/2014/main" id="{9E92C0BD-5D6A-51B3-0135-01285FB3AC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81685" y="3883669"/>
            <a:ext cx="208798" cy="15246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2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30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 w</dc:creator>
  <cp:lastModifiedBy>yj w</cp:lastModifiedBy>
  <cp:revision>9</cp:revision>
  <dcterms:created xsi:type="dcterms:W3CDTF">2025-05-22T14:28:07Z</dcterms:created>
  <dcterms:modified xsi:type="dcterms:W3CDTF">2025-09-14T09:29:39Z</dcterms:modified>
</cp:coreProperties>
</file>